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本周机器人研发回顾</a:t>
            </a:r>
          </a:p>
          <a:p>
            <a:r>
              <a:t>2026年3月第1周 | 共12篇论文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本周论文概览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共收录 12 篇机器人领域前沿论文</a:t>
            </a:r>
          </a:p>
          <a:p/>
          <a:p>
            <a:r>
              <a:t>研究方向分布：</a:t>
            </a:r>
          </a:p>
          <a:p>
            <a:r>
              <a:t>• 辅助机器人：41.7%</a:t>
            </a:r>
          </a:p>
          <a:p>
            <a:r>
              <a:t>• 人形机器人：33.3%</a:t>
            </a:r>
          </a:p>
          <a:p>
            <a:r>
              <a:t>• 工业/自动驾驶：25%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